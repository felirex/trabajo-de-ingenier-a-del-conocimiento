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Kulachat Serif Bold" charset="1" panose="00000000000000000000"/>
      <p:regular r:id="rId12"/>
    </p:embeddedFont>
    <p:embeddedFont>
      <p:font typeface="Montserrat Semi-Bold" charset="1" panose="00000700000000000000"/>
      <p:regular r:id="rId13"/>
    </p:embeddedFont>
    <p:embeddedFont>
      <p:font typeface="Montserrat" charset="1" panose="00000500000000000000"/>
      <p:regular r:id="rId14"/>
    </p:embeddedFont>
    <p:embeddedFont>
      <p:font typeface="Montserrat Medium" charset="1" panose="00000600000000000000"/>
      <p:regular r:id="rId15"/>
    </p:embeddedFont>
    <p:embeddedFont>
      <p:font typeface="Open Sans Bold" charset="1" panose="020B0806030504020204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313" r="0" b="-9313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11085327" y="10116792"/>
            <a:ext cx="7621335" cy="0"/>
          </a:xfrm>
          <a:prstGeom prst="line">
            <a:avLst/>
          </a:prstGeom>
          <a:ln cap="rnd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5954843" y="0"/>
            <a:ext cx="2333157" cy="2440988"/>
          </a:xfrm>
          <a:custGeom>
            <a:avLst/>
            <a:gdLst/>
            <a:ahLst/>
            <a:cxnLst/>
            <a:rect r="r" b="b" t="t" l="l"/>
            <a:pathLst>
              <a:path h="2440988" w="2333157">
                <a:moveTo>
                  <a:pt x="0" y="0"/>
                </a:moveTo>
                <a:lnTo>
                  <a:pt x="2333157" y="0"/>
                </a:lnTo>
                <a:lnTo>
                  <a:pt x="2333157" y="2440988"/>
                </a:lnTo>
                <a:lnTo>
                  <a:pt x="0" y="24409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540" t="0" r="-154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54564" y="0"/>
            <a:ext cx="4054712" cy="2698636"/>
          </a:xfrm>
          <a:custGeom>
            <a:avLst/>
            <a:gdLst/>
            <a:ahLst/>
            <a:cxnLst/>
            <a:rect r="r" b="b" t="t" l="l"/>
            <a:pathLst>
              <a:path h="2698636" w="4054712">
                <a:moveTo>
                  <a:pt x="0" y="0"/>
                </a:moveTo>
                <a:lnTo>
                  <a:pt x="4054712" y="0"/>
                </a:lnTo>
                <a:lnTo>
                  <a:pt x="4054712" y="2698636"/>
                </a:lnTo>
                <a:lnTo>
                  <a:pt x="0" y="26986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657707" y="3781122"/>
            <a:ext cx="10732421" cy="21234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358"/>
              </a:lnSpc>
            </a:pPr>
            <a:r>
              <a:rPr lang="en-US" b="true" sz="12399">
                <a:solidFill>
                  <a:srgbClr val="000000"/>
                </a:solidFill>
                <a:latin typeface="Kulachat Serif Bold"/>
                <a:ea typeface="Kulachat Serif Bold"/>
                <a:cs typeface="Kulachat Serif Bold"/>
                <a:sym typeface="Kulachat Serif Bold"/>
              </a:rPr>
              <a:t>DECISIÓN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900148" y="2595230"/>
            <a:ext cx="10507718" cy="1567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54"/>
              </a:lnSpc>
            </a:pPr>
            <a:r>
              <a:rPr lang="en-US" b="true" sz="9181" spc="633">
                <a:solidFill>
                  <a:srgbClr val="000000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ÁRBOLES DE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074172" y="5904583"/>
            <a:ext cx="8139656" cy="68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Dataset Diabetes en WEKA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12303" y="8967787"/>
            <a:ext cx="9296058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799"/>
              </a:lnSpc>
              <a:spcBef>
                <a:spcPct val="0"/>
              </a:spcBef>
            </a:pPr>
            <a:r>
              <a:rPr lang="en-US" b="true" sz="3999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Espinoza Medina Felipe Reymundo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510625" y="9614568"/>
            <a:ext cx="5333349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544"/>
              </a:lnSpc>
              <a:spcBef>
                <a:spcPct val="0"/>
              </a:spcBef>
            </a:pPr>
            <a:r>
              <a:rPr lang="en-US" b="true" sz="2120" spc="135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26.09.26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EA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69482" y="2529726"/>
            <a:ext cx="6485232" cy="6257313"/>
          </a:xfrm>
          <a:custGeom>
            <a:avLst/>
            <a:gdLst/>
            <a:ahLst/>
            <a:cxnLst/>
            <a:rect r="r" b="b" t="t" l="l"/>
            <a:pathLst>
              <a:path h="6257313" w="6485232">
                <a:moveTo>
                  <a:pt x="0" y="0"/>
                </a:moveTo>
                <a:lnTo>
                  <a:pt x="6485232" y="0"/>
                </a:lnTo>
                <a:lnTo>
                  <a:pt x="6485232" y="6257313"/>
                </a:lnTo>
                <a:lnTo>
                  <a:pt x="0" y="625731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11706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876369" y="463192"/>
            <a:ext cx="6310548" cy="8795108"/>
          </a:xfrm>
          <a:custGeom>
            <a:avLst/>
            <a:gdLst/>
            <a:ahLst/>
            <a:cxnLst/>
            <a:rect r="r" b="b" t="t" l="l"/>
            <a:pathLst>
              <a:path h="8795108" w="6310548">
                <a:moveTo>
                  <a:pt x="0" y="0"/>
                </a:moveTo>
                <a:lnTo>
                  <a:pt x="6310548" y="0"/>
                </a:lnTo>
                <a:lnTo>
                  <a:pt x="6310548" y="8795108"/>
                </a:lnTo>
                <a:lnTo>
                  <a:pt x="0" y="87951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75330" y="75565"/>
            <a:ext cx="6210145" cy="1811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Data Original:</a:t>
            </a:r>
          </a:p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768 muestras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EA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267246" y="1732630"/>
            <a:ext cx="8759663" cy="6301385"/>
          </a:xfrm>
          <a:custGeom>
            <a:avLst/>
            <a:gdLst/>
            <a:ahLst/>
            <a:cxnLst/>
            <a:rect r="r" b="b" t="t" l="l"/>
            <a:pathLst>
              <a:path h="6301385" w="8759663">
                <a:moveTo>
                  <a:pt x="0" y="0"/>
                </a:moveTo>
                <a:lnTo>
                  <a:pt x="8759663" y="0"/>
                </a:lnTo>
                <a:lnTo>
                  <a:pt x="8759663" y="6301385"/>
                </a:lnTo>
                <a:lnTo>
                  <a:pt x="0" y="63013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1732630"/>
            <a:ext cx="9249267" cy="5725179"/>
          </a:xfrm>
          <a:custGeom>
            <a:avLst/>
            <a:gdLst/>
            <a:ahLst/>
            <a:cxnLst/>
            <a:rect r="r" b="b" t="t" l="l"/>
            <a:pathLst>
              <a:path h="5725179" w="9249267">
                <a:moveTo>
                  <a:pt x="0" y="0"/>
                </a:moveTo>
                <a:lnTo>
                  <a:pt x="9249267" y="0"/>
                </a:lnTo>
                <a:lnTo>
                  <a:pt x="9249267" y="5725179"/>
                </a:lnTo>
                <a:lnTo>
                  <a:pt x="0" y="57251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9267246" y="675975"/>
            <a:ext cx="6210145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Árbol de Decisión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EA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39959" y="1283513"/>
            <a:ext cx="4703663" cy="8137754"/>
          </a:xfrm>
          <a:custGeom>
            <a:avLst/>
            <a:gdLst/>
            <a:ahLst/>
            <a:cxnLst/>
            <a:rect r="r" b="b" t="t" l="l"/>
            <a:pathLst>
              <a:path h="8137754" w="4703663">
                <a:moveTo>
                  <a:pt x="0" y="0"/>
                </a:moveTo>
                <a:lnTo>
                  <a:pt x="4703663" y="0"/>
                </a:lnTo>
                <a:lnTo>
                  <a:pt x="4703663" y="8137753"/>
                </a:lnTo>
                <a:lnTo>
                  <a:pt x="0" y="813775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964863" y="1894182"/>
            <a:ext cx="11561831" cy="6498637"/>
          </a:xfrm>
          <a:custGeom>
            <a:avLst/>
            <a:gdLst/>
            <a:ahLst/>
            <a:cxnLst/>
            <a:rect r="r" b="b" t="t" l="l"/>
            <a:pathLst>
              <a:path h="6498637" w="11561831">
                <a:moveTo>
                  <a:pt x="0" y="0"/>
                </a:moveTo>
                <a:lnTo>
                  <a:pt x="11561831" y="0"/>
                </a:lnTo>
                <a:lnTo>
                  <a:pt x="11561831" y="6498636"/>
                </a:lnTo>
                <a:lnTo>
                  <a:pt x="0" y="64986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-1966544" y="141605"/>
            <a:ext cx="15196287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Data Limpiada: 392 muestras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EA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507283" y="1673376"/>
            <a:ext cx="10314445" cy="7718372"/>
          </a:xfrm>
          <a:custGeom>
            <a:avLst/>
            <a:gdLst/>
            <a:ahLst/>
            <a:cxnLst/>
            <a:rect r="r" b="b" t="t" l="l"/>
            <a:pathLst>
              <a:path h="7718372" w="10314445">
                <a:moveTo>
                  <a:pt x="0" y="0"/>
                </a:moveTo>
                <a:lnTo>
                  <a:pt x="10314446" y="0"/>
                </a:lnTo>
                <a:lnTo>
                  <a:pt x="10314446" y="7718371"/>
                </a:lnTo>
                <a:lnTo>
                  <a:pt x="0" y="771837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61433" y="537527"/>
            <a:ext cx="6210145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Árbol de Decisión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EA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47809" y="2966002"/>
            <a:ext cx="17392382" cy="4995801"/>
          </a:xfrm>
          <a:custGeom>
            <a:avLst/>
            <a:gdLst/>
            <a:ahLst/>
            <a:cxnLst/>
            <a:rect r="r" b="b" t="t" l="l"/>
            <a:pathLst>
              <a:path h="4995801" w="17392382">
                <a:moveTo>
                  <a:pt x="0" y="0"/>
                </a:moveTo>
                <a:lnTo>
                  <a:pt x="17392382" y="0"/>
                </a:lnTo>
                <a:lnTo>
                  <a:pt x="17392382" y="4995800"/>
                </a:lnTo>
                <a:lnTo>
                  <a:pt x="0" y="49958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41077" y="1598252"/>
            <a:ext cx="10693209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Cambios luego de la limpieza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DAHWWfL5P98</dc:identifier>
  <dcterms:modified xsi:type="dcterms:W3CDTF">2011-08-01T06:04:30Z</dcterms:modified>
  <cp:revision>1</cp:revision>
  <dc:title>Proyecto</dc:title>
</cp:coreProperties>
</file>